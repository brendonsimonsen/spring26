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99762-56CF-5855-17A5-1CF36AF10C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2C94B9-0061-C893-E9BD-49654C5627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123906-F060-C85D-58D2-5FBAB8D5A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A7907-436B-4865-A87B-668DF66505EE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0FCA5C-AB38-88B5-5327-F329F3DCB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1312F2-403F-2E30-17E1-329731BA3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C2F0F-6908-47D8-8007-E73DB2CE1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6186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7662B-DE6D-1714-7AA2-E6B27DE2F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A0015E-4966-357D-DA13-D18B52A619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ABE5B-E45D-ADEC-A454-7DC71E4B6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A7907-436B-4865-A87B-668DF66505EE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31766F-BF5A-E20E-5015-CC5840F59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43E29D-014D-3378-E807-4AA9EADAC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C2F0F-6908-47D8-8007-E73DB2CE1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619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14849-056B-5A37-49D5-042638D9E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8876D0-945F-D183-1CD6-7BE5CC594D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40FC9-D63E-65FA-9993-A27819970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A7907-436B-4865-A87B-668DF66505EE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FA5AE8-1991-2ED1-A42C-97EA0132F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52BEF8-3C99-7221-0741-A97F60477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C2F0F-6908-47D8-8007-E73DB2CE1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5473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C94E9-3355-9B2F-B056-EAF3D35BB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BA1F58-E0FC-01EB-3787-3EDF5F2680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79E259-20EB-56D1-DF13-5C09FCA533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B87A91-8382-FCDB-E5C8-FF5B08D36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A7907-436B-4865-A87B-668DF66505EE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5CE3EA-134B-B8E7-827D-E86E43F6B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F07741-6338-EF81-6FDF-3C435519C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C2F0F-6908-47D8-8007-E73DB2CE1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356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41989-0845-0BBD-D484-C7C1945B4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3A1FE1-AADA-3D4C-AD19-5F373E195E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EF4576-BE4E-34A6-EC79-8758CFD1BE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F8FBDF-C3C9-B3B0-97B2-BEAFBC6C0F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9E8B15-E28C-A5D9-8E28-E4105E2259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39C996-E711-69A2-F9F5-4519ED88D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A7907-436B-4865-A87B-668DF66505EE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47BE34-D002-5AEE-83A4-F33AFDC83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1BB976-60C9-CC8B-75A3-72A449FA7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C2F0F-6908-47D8-8007-E73DB2CE1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6817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0132B-89A8-1768-3DAD-AF24320F4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4DD7C6-09B7-96E4-8852-C2A6A6E0F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A7907-436B-4865-A87B-668DF66505EE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9F8153-70F5-7261-8F50-92DDCE7EC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6F68E1-6328-DC94-6C55-0ED158D13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C2F0F-6908-47D8-8007-E73DB2CE1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044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952D39-7E62-A1A3-406E-DD00FA93A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A7907-436B-4865-A87B-668DF66505EE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638FDA-A39D-56F1-C7AE-33575FA00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1CDD17-901A-ED95-0C7D-CA1DEBD0A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C2F0F-6908-47D8-8007-E73DB2CE1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290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EA0F5-ABAA-EEF3-8427-812210BD7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5F4E5-D378-BAD5-400C-C891D950B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EB5E4F-3DB8-870F-A367-F2727A5FBC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805DB3-F624-00E3-71EB-8634533D3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A7907-436B-4865-A87B-668DF66505EE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8EBE5F-9A4E-276F-A5F5-081655945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7D4001-45EC-6C55-14E0-3ECA468BA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C2F0F-6908-47D8-8007-E73DB2CE1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77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DB6FC-F1A6-A2A5-5935-B15B5C111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2D8CB0-8267-1B35-86FC-A325F5D992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B2908F-3AD9-45EA-7797-D1652B4120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19D1BA-EF3A-FD15-72A7-0E1A5416D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A7907-436B-4865-A87B-668DF66505EE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17C88-A675-3C42-6DDA-FB16D002C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7814E1-A6AD-A1CF-FC8D-571F1A4EF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C2F0F-6908-47D8-8007-E73DB2CE1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0773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D1850-7081-150C-84F7-59A0B1433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E9E0D2-CD41-2DF0-4839-0898B9971E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27C69C-09F5-7504-25B5-C179DFDB2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A7907-436B-4865-A87B-668DF66505EE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3E4588-DDAA-EEC3-CC01-73FA4E1B9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C689C-268F-5922-0349-7EDCB344F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C2F0F-6908-47D8-8007-E73DB2CE1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987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388E66-FB53-EC92-FC50-6B0EAE7D1B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D7DAC0-6D37-3279-B075-70EB3E8FE0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0E44B-E154-4055-0BFE-D6A27D6BD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A7907-436B-4865-A87B-668DF66505EE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317ACF-2859-204B-AB79-8C2580742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620E9C-F378-F6E3-55CD-BCF29CA96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C2F0F-6908-47D8-8007-E73DB2CE1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9957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B66B7F-01C9-9D2F-06E3-23F3393C2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BC5C23-941E-4BE9-A6A4-53F3F52713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B3DC8F-7798-CE7C-BFEF-14531FA839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2A7907-436B-4865-A87B-668DF66505EE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AC54B-09AE-0F96-BC5B-691758B4A8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C685E5-3131-BC28-011E-2BB68CCFA6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BC2F0F-6908-47D8-8007-E73DB2CE1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030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F5963-6FB0-2273-0C36-4DA9E099E4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Research Paper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DC00C0-43C1-6F4F-B578-427A6660B94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Brendon Simonsen</a:t>
            </a:r>
          </a:p>
        </p:txBody>
      </p:sp>
    </p:spTree>
    <p:extLst>
      <p:ext uri="{BB962C8B-B14F-4D97-AF65-F5344CB8AC3E}">
        <p14:creationId xmlns:p14="http://schemas.microsoft.com/office/powerpoint/2010/main" val="3177430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0F6C1-D572-D6E6-9456-1B34574F16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09778"/>
            <a:ext cx="10515600" cy="559773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Title:</a:t>
            </a:r>
            <a:br>
              <a:rPr lang="en-US" dirty="0"/>
            </a:br>
            <a:r>
              <a:rPr lang="en-US" dirty="0"/>
              <a:t>Constable: Improving Performance and Power Efficiency by Safely Eliminating Load Instruction Execution</a:t>
            </a:r>
          </a:p>
          <a:p>
            <a:pPr marL="0" indent="0">
              <a:buNone/>
            </a:pPr>
            <a:r>
              <a:rPr lang="en-US" dirty="0"/>
              <a:t>Authors:</a:t>
            </a:r>
            <a:br>
              <a:rPr lang="en-US" dirty="0"/>
            </a:br>
            <a:r>
              <a:rPr lang="en-US" dirty="0"/>
              <a:t>Rahul Bera; Adithya Ranganathan; Joydeep Rakshit; Sujit Mahto; Anant V. Nori; Jayesh Gaur</a:t>
            </a:r>
          </a:p>
          <a:p>
            <a:pPr marL="0" indent="0">
              <a:buNone/>
            </a:pPr>
            <a:r>
              <a:rPr lang="en-US" dirty="0"/>
              <a:t>Publication Venue:</a:t>
            </a:r>
            <a:br>
              <a:rPr lang="en-US" dirty="0"/>
            </a:br>
            <a:r>
              <a:rPr lang="en-US" dirty="0"/>
              <a:t>ISCA 2024 (ACM/IEEE International Symposium on Computer Architecture)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3736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59</Words>
  <Application>Microsoft Office PowerPoint</Application>
  <PresentationFormat>Widescreen</PresentationFormat>
  <Paragraphs>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Research Paper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Brendon Simonsen</dc:creator>
  <cp:lastModifiedBy>Brendon Simonsen</cp:lastModifiedBy>
  <cp:revision>1</cp:revision>
  <dcterms:created xsi:type="dcterms:W3CDTF">2026-03-08T22:11:56Z</dcterms:created>
  <dcterms:modified xsi:type="dcterms:W3CDTF">2026-03-08T22:13:27Z</dcterms:modified>
</cp:coreProperties>
</file>